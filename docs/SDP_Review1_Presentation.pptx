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Smart Contract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</a:defRPr>
            </a:pPr>
            <a:r>
              <a:t>AI-Powered Security Analysis for Solidity 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</a:defRPr>
            </a:pPr>
            <a:r>
              <a:t>Using Blockchain + Machine Learning + Static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5CFF"/>
                </a:solidFill>
              </a:defRPr>
            </a:pPr>
            <a:r>
              <a:t>Software Design Project -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</a:defRPr>
            </a:pPr>
            <a:r>
              <a:t>Student: Harish  |  Guide: [Your Guide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</a:defRPr>
            </a:pPr>
            <a: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Smart contract bugs cause catastrophic financial losses (DAO hack: $60M lost)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DeFi protocols hold billions in TVL - security is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Existing tools (Slither, Mythril) produce many false positives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Lack of human-friendly remediation guidance in current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Manual audits are expensive ($5K-$50K+) and time-consuming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Need: AI-powered auditor that reduces false positives &amp; explains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757"/>
                </a:solidFill>
              </a:defRPr>
            </a:pPr>
            <a:r>
              <a:t>$3.8 Billion lost to smart contract exploits in 2022 alone (Chainalysis Report)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Build a pipeline to ingest Solidity code, parse AST, and produce analyzable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Implement a static analysis module with pattern-based detection for SWC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Integrate ML classifiers to reduce false positives and predict vulnerability 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Provide explainability (code highlights, attack scenarios, fix examples) for each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Generate actionable remediation suggestions with code snippets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Expose the auditor via REST API and modern web UI for uploads and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Build CLI tool for automated batch scans and CI/CD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90FF"/>
                </a:solidFill>
              </a:defRPr>
            </a:pPr>
            <a:r>
              <a:t>React Frontend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(Web UI)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5CFF"/>
                </a:solidFill>
              </a:defRPr>
            </a:pPr>
            <a:r>
              <a:t>FastAPI Backend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(REST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8288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6B35"/>
                </a:solidFill>
              </a:defRPr>
            </a:pPr>
            <a:r>
              <a:t>Static Analyzer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(Pattern Rules)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8288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D573"/>
                </a:solidFill>
              </a:defRPr>
            </a:pPr>
            <a:r>
              <a:t>ML Classifier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(Risk Scoring)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6576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502"/>
                </a:solidFill>
              </a:defRPr>
            </a:pPr>
            <a:r>
              <a:t>Explainability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4757"/>
                </a:solidFill>
              </a:defRPr>
            </a:pPr>
            <a:r>
              <a:t>Report Generator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(HTML/JSON/PDF)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A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0A0B0"/>
                </a:solidFill>
              </a:defRPr>
            </a:pPr>
            <a:r>
              <a:t>CLI Tool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(Batch Scanning)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657600"/>
            <a:ext cx="256032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Analysis Store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(MongoDB/Memory)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</a:defRPr>
            </a:pPr>
            <a:r>
              <a:t>Flow: Upload .sol -&gt; Static Analysis + ML Classification -&gt; Merge &amp; Rank -&gt; Explain -&gt; Generate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C5CFF"/>
                </a:solidFill>
              </a:rPr>
              <a:t>Backend: </a:t>
            </a:r>
            <a:r>
              <a:rPr sz="1400">
                <a:solidFill>
                  <a:srgbClr val="E0E0E0"/>
                </a:solidFill>
              </a:rPr>
              <a:t>Python, FastAPI, Uvicorn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90FF"/>
                </a:solidFill>
              </a:rPr>
              <a:t>Frontend: </a:t>
            </a:r>
            <a:r>
              <a:rPr sz="1400">
                <a:solidFill>
                  <a:srgbClr val="E0E0E0"/>
                </a:solidFill>
              </a:rPr>
              <a:t>React.js, CSS3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ED573"/>
                </a:solidFill>
              </a:rPr>
              <a:t>ML/AI: </a:t>
            </a:r>
            <a:r>
              <a:rPr sz="1400">
                <a:solidFill>
                  <a:srgbClr val="E0E0E0"/>
                </a:solidFill>
              </a:rPr>
              <a:t>NumPy, scikit-learn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6B35"/>
                </a:solidFill>
              </a:rPr>
              <a:t>Analysis: </a:t>
            </a:r>
            <a:r>
              <a:rPr sz="1400">
                <a:solidFill>
                  <a:srgbClr val="E0E0E0"/>
                </a:solidFill>
              </a:rPr>
              <a:t>Custom Rule Engine, Regex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D4FF"/>
                </a:solidFill>
              </a:rPr>
              <a:t>Database: </a:t>
            </a:r>
            <a:r>
              <a:rPr sz="1400">
                <a:solidFill>
                  <a:srgbClr val="E0E0E0"/>
                </a:solidFill>
              </a:rPr>
              <a:t>In-memory Store / MongoDB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A0A0B0"/>
                </a:solidFill>
              </a:rPr>
              <a:t>CLI: </a:t>
            </a:r>
            <a:r>
              <a:rPr sz="1400">
                <a:solidFill>
                  <a:srgbClr val="E0E0E0"/>
                </a:solidFill>
              </a:rPr>
              <a:t>Python argparse, Batch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A502"/>
                </a:solidFill>
              </a:rPr>
              <a:t>Reports: </a:t>
            </a:r>
            <a:r>
              <a:rPr sz="1400">
                <a:solidFill>
                  <a:srgbClr val="E0E0E0"/>
                </a:solidFill>
              </a:rPr>
              <a:t>HTML, JSON, Text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4757"/>
                </a:solidFill>
              </a:rPr>
              <a:t>Container: </a:t>
            </a:r>
            <a:r>
              <a:rPr sz="1400">
                <a:solidFill>
                  <a:srgbClr val="E0E0E0"/>
                </a:solidFill>
              </a:rPr>
              <a:t>Docker, 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Modules Implemented (Review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D573"/>
                </a:solidFill>
              </a:defRPr>
            </a:pPr>
            <a: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Static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54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15 rule-based detectors covering SWC Registry vulnerabilities</a:t>
            </a:r>
            <a:br/>
            <a:r>
              <a:t>(Reentrancy, Integer Overflow, tx.origin, Unchecked Returns,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D573"/>
                </a:solidFill>
              </a:defRPr>
            </a:pPr>
            <a: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ML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40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Feature extraction from Solidity code (20 features)</a:t>
            </a:r>
            <a:br/>
            <a:r>
              <a:t>Heuristic-based scoring across 10 vulnerability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D573"/>
                </a:solidFill>
              </a:defRPr>
            </a:pPr>
            <a: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Explainability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Attack scenarios, fix examples, code context highlighting</a:t>
            </a:r>
            <a:br/>
            <a:r>
              <a:t>References to SWC Registry and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D573"/>
                </a:solidFill>
              </a:defRPr>
            </a:pPr>
            <a: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Report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611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HTML reports with severity stats, detailed findings</a:t>
            </a:r>
            <a:br/>
            <a:r>
              <a:t>JSON and text summary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D573"/>
                </a:solidFill>
              </a:defRPr>
            </a:pPr>
            <a:r>
              <a:t>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FastAPI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97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REST API with /analyze, /report, /batch endpoints</a:t>
            </a:r>
            <a:br/>
            <a:r>
              <a:t>CORS-enabled for React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D573"/>
                </a:solidFill>
              </a:defRPr>
            </a:pPr>
            <a: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React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983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Modern dark-theme UI with code editor, sample contracts</a:t>
            </a:r>
            <a:br/>
            <a:r>
              <a:t>Real-time analysis results with expandable explanations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D573"/>
                </a:solidFill>
              </a:defRPr>
            </a:pPr>
            <a: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CLI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669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Command-line scanner with text/JSON/HTML output</a:t>
            </a:r>
            <a:br/>
            <a:r>
              <a:t>Batch analysis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Vulnerability Detection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SWC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Reentrancy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Integer Overflow/Underflow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tx.origin 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Unchecked Call Return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Unprotected Ether Withdrawal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</a:defRPr>
            </a:pPr>
            <a: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Unprotected SELFDESTRUCT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</a:defRPr>
            </a:pPr>
            <a: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Delegatecall to Untrusted Callee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</a:defRPr>
            </a:pPr>
            <a: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Weak Sources of Randomness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00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Floating Pragma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90FF"/>
                </a:solidFill>
              </a:defRPr>
            </a:pPr>
            <a:r>
              <a:t>Info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SWC-111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Deprecated Functions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</a:defRPr>
            </a:pPr>
            <a:r>
              <a:t>+ ML-based detection for: Front Running, Denial of Service, Access Control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ML Classification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05840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1. Feature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20 features extracted from Solidity source code:</a:t>
            </a:r>
            <a:br/>
            <a:r>
              <a:t>- Code complexity (LOC, function count, modifier count)</a:t>
            </a:r>
            <a:br/>
            <a:r>
              <a:t>- External interactions (call, transfer, send, delegatecall counts)</a:t>
            </a:r>
            <a:br/>
            <a:r>
              <a:t>- Security patterns (ReentrancyGuard, Ownable, SafeMath)</a:t>
            </a:r>
            <a:br/>
            <a:r>
              <a:t>- Solidity version, pragma type, state variables, loops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05840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2. Vulnerability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10 vulnerability classes predicted:</a:t>
            </a:r>
            <a:br/>
            <a:r>
              <a:t>Reentrancy, Integer Overflow, Unchecked Return,</a:t>
            </a:r>
            <a:br/>
            <a:r>
              <a:t>Access Control, Timestamp Dependence, tx.origin,</a:t>
            </a:r>
            <a:br/>
            <a:r>
              <a:t>SELFDESTRUCT, Delegatecall, Front Running, 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05840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3. Hybrid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Combined confidence = 60% Static + 40% ML</a:t>
            </a:r>
            <a:br/>
            <a:r>
              <a:t>ML-only findings added when confidence &gt; 0.6</a:t>
            </a:r>
            <a:br/>
            <a:r>
              <a:t>Results sorted by confidence descending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1. Upload a vulnerable Solidity contract (VulnerableBank.sol)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2. Run AI-powered analysis - see real-time scanning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3. View risk dashboard with severity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4. Explore each vulnerability with detailed explanations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5. See attack scenarios and fix examples for each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6. Compare: Analyze SecureBank.sol - shows fewer/no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7. CLI Demo: Run batch analysis from command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  &gt;  </a:t>
            </a:r>
            <a:r>
              <a:rPr sz="1600">
                <a:solidFill>
                  <a:srgbClr val="E0E0E0"/>
                </a:solidFill>
              </a:rPr>
              <a:t>8. API Demo: Show REST API endpoints and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</a:defRPr>
            </a:pPr>
            <a:r>
              <a:t>Backend: python -m uvicorn app.main:app --reload    |    Frontend: npm start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Project Progress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Requirements &amp; Environment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47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Ingest Pipeline &amp; AST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47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408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Static Analysis Module (15 rules)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408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340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ML Feature Extraction &amp;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7340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27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Explainability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127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FastAPI Backend +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React Frontend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136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068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CLI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306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001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Symbolic Execution (Mythril integration)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7000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</a:defRPr>
            </a:pPr>
            <a: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932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Advanced ML (Deep Learning, SHAP/LIME)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093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PDF Report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Evaluation &amp; Benchmarking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879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D573"/>
                </a:solidFill>
              </a:defRPr>
            </a:pPr>
            <a:r>
              <a:t>Overall Progress: ~65% Complete for Review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Remaining Work (Review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Integrate Mythril/Manticore for symbolic execution &amp; deeper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Train proper ML models on SmartBugs dataset with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Implement SHAP/LIME for ML model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Add PDF report export with professional formatting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Implement MongoDB persistence for analysis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Add GitHub repo URL scanning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Evaluation: Compare precision/recall against Slither and Mythril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Docker containerization for easy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&gt;  </a:t>
            </a:r>
            <a:r>
              <a:rPr sz="1500">
                <a:solidFill>
                  <a:srgbClr val="E0E0E0"/>
                </a:solidFill>
              </a:rPr>
              <a:t>User study with 3-5 developers for qualitative feedback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</a:defRPr>
            </a:pPr>
            <a:r>
              <a:t>Smart Contract Auditor - AI-Powered Security for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  <a:defRPr sz="1600">
                <a:solidFill>
                  <a:srgbClr val="A0A0B0"/>
                </a:solidFill>
              </a:defRPr>
            </a:pPr>
            <a:r>
              <a:t>Hybrid Analysis: Static Rules + ML Classification</a:t>
            </a:r>
          </a:p>
          <a:p>
            <a:pPr algn="ctr">
              <a:spcAft>
                <a:spcPts val="800"/>
              </a:spcAft>
              <a:defRPr sz="1600">
                <a:solidFill>
                  <a:srgbClr val="A0A0B0"/>
                </a:solidFill>
              </a:defRPr>
            </a:pPr>
            <a:r>
              <a:t>15 SWC vulnerability detectors with explainable findings</a:t>
            </a:r>
          </a:p>
          <a:p>
            <a:pPr algn="ctr">
              <a:spcAft>
                <a:spcPts val="800"/>
              </a:spcAft>
              <a:defRPr sz="1600">
                <a:solidFill>
                  <a:srgbClr val="A0A0B0"/>
                </a:solidFill>
              </a:defRPr>
            </a:pPr>
            <a:r>
              <a:t>Full-stack implementation: FastAPI + React + CLI</a:t>
            </a:r>
          </a:p>
          <a:p>
            <a:pPr algn="ctr">
              <a:spcAft>
                <a:spcPts val="800"/>
              </a:spcAft>
              <a:defRPr sz="1600">
                <a:solidFill>
                  <a:srgbClr val="A0A0B0"/>
                </a:solidFill>
              </a:defRPr>
            </a:pPr>
            <a:r>
              <a:t>Ready for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5C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